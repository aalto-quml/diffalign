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EA90C-9CB9-7FA1-474D-280F4782D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3A841-203F-EE60-4E9E-B69B344B0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C621F-D010-FA6B-39EB-D0053BAB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5A383-D86A-FA08-5DAC-614F7629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63339-3116-9F25-D379-2AB1A9D1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9295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4D38-DDC6-C99E-9B9B-F939E5DA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77C6C-09A6-D106-C5D8-B90541CC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59CD6-C9B2-A561-94B5-2516C21F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B1730-C31A-DA37-D9A0-DFD7D067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8952D-9B72-B3A6-D461-613C7473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2355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88FF-C947-EC44-04BC-6C911B81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5E13A-739B-80C7-4FCE-2E5C2E94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0C353-750F-1145-9397-62297FF0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CA35-2FB1-2692-D250-E642789C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63D4-368A-E753-F346-2AE13DF2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4307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4DDF-AF8F-430B-2006-7E33B1E3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A5249-D652-AC8C-AFD2-52D0D4B63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829C6-4560-ACE9-EFE5-25E9BD147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03922-B663-BDE4-7516-1B49ADB3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6F773-CDF4-669F-BCD0-CFF94EDB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25ED6-D23E-C833-69CD-BBF7B0CF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0418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1EF1-05EB-09BC-BC95-E9BF71D34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0ED90-FB8E-CE04-B7D9-34809EB15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3DE41-0EED-E783-AA14-C019DB277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A3D36-1E61-045B-93CD-94C754C72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14840-C803-DC85-708A-AF86D880B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8F654-5DD6-7700-1379-BF5D4BCAD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CD982-7194-C7C2-A9F2-3A77D97D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834EC-86D1-4A73-5264-4B72F94A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441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B0A-7EA7-793F-D77C-50C6CC2A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13086-8578-4D79-E974-3117A73E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8E2D6-4ADC-BA36-5E18-51F31184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264C8-2107-8FAE-02A1-F9550A4F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1461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F99A7-2F3F-4E6C-8991-6BFF878E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FF61C-83EA-D2BC-9B30-31791904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33CB8-E666-B368-8DA8-6B67D5F4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93587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D511-FEA6-D52A-665D-AC3CE0583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2AE41-2D4C-D047-269D-F0CBE66A9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F5FE3-B61C-2EDD-3F0C-C4A1A0620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4B0B7-40E3-F503-06B1-9379C405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D71F6-91A1-671D-2844-1B27E284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76C37-0B6F-B662-5E9A-EBB63D9D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7148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C1E8-42FD-E843-E2AE-B08754AE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5AADB-2DBD-22C7-D78B-AF83CFA41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12E7F-E61B-8C72-D56D-E356DCB63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D8838-BBA8-5CB3-3F15-429A55A5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A6187-8CBB-41F1-4FB3-B1D46FDF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B03FF-8455-E63A-9186-6857D443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464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2672-3C90-0B95-4011-451E2962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9E774-EFB7-0753-A6D4-986D58EFF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4F10E-E85F-712A-BDB7-2BBB6D910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604F9-5893-FF54-22D5-6DC0B55D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CD112-5847-7330-E386-5C63CD33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4401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74AF6-653F-1726-3D76-3CFE05F7F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10D00-8F27-5A9C-1082-7AC16C45C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7AF63-4B4B-214A-F4D4-BF0D84C5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6DA51-5BFA-22D4-87CC-E8618D3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89DE6-5139-1649-21FA-6CC09DC3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1645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A5A662-5C16-BFCB-51B6-1F236E0E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0EC98-5B21-F5E8-E135-ACE7848A0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710EB-E3E9-0F09-8DD2-1B8E4E812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AA376-28ED-AD48-A46B-3E7ED3E31823}" type="datetimeFigureOut">
              <a:rPr lang="en-FI" smtClean="0"/>
              <a:t>12.12.2025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F275-4D67-21FB-2213-4B04631C2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8AB59-75AC-905A-A6DA-57DF0BB64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38EAA-39CB-6144-AADB-23261B9A247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766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ED7157-ED28-28DC-A8C9-FE4B99F4D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07" t="6848" r="3498" b="7235"/>
          <a:stretch>
            <a:fillRect/>
          </a:stretch>
        </p:blipFill>
        <p:spPr>
          <a:xfrm>
            <a:off x="168165" y="283780"/>
            <a:ext cx="5927835" cy="4123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934E2F-BB64-16A9-A801-B9DD30B003F4}"/>
              </a:ext>
            </a:extLst>
          </p:cNvPr>
          <p:cNvSpPr txBox="1"/>
          <p:nvPr/>
        </p:nvSpPr>
        <p:spPr>
          <a:xfrm>
            <a:off x="6196988" y="2105872"/>
            <a:ext cx="370787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DiffAlign</a:t>
            </a:r>
          </a:p>
        </p:txBody>
      </p:sp>
    </p:spTree>
    <p:extLst>
      <p:ext uri="{BB962C8B-B14F-4D97-AF65-F5344CB8AC3E}">
        <p14:creationId xmlns:p14="http://schemas.microsoft.com/office/powerpoint/2010/main" val="4170846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Laabid Najwa</dc:creator>
  <cp:lastModifiedBy>Laabid Najwa</cp:lastModifiedBy>
  <cp:revision>1</cp:revision>
  <dcterms:created xsi:type="dcterms:W3CDTF">2025-12-12T08:02:17Z</dcterms:created>
  <dcterms:modified xsi:type="dcterms:W3CDTF">2025-12-12T08:18:17Z</dcterms:modified>
</cp:coreProperties>
</file>